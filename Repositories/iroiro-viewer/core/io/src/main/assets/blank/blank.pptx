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0D2E-5C1B-4E7A-9D84-2B1C3E5F7A90}" type="slidenum">
              <a:rPr lang="ko-KR" altLang="en-US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0D2E-5C1B-4E7A-9D84-2B1C3E5F7A90}" type="slidenum">
              <a:rPr lang="ko-KR" altLang="en-US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0D2E-5C1B-4E7A-9D84-2B1C3E5F7A90}" type="slidenum">
              <a:rPr lang="ko-KR" altLang="en-US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0D2E-5C1B-4E7A-9D84-2B1C3E5F7A90}" type="slidenum">
              <a:rPr lang="ko-KR" altLang="en-US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A0D2E-5C1B-4E7A-9D84-2B1C3E5F7A90}" type="slidenum">
              <a:rPr lang="ko-KR" altLang="en-US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맑은 고딕"/>
        <a:cs typeface=""/>
        <a:font script="Hang" typeface="맑은 고딕"/>
      </a:majorFont>
      <a:minorFont>
        <a:latin typeface="맑은 고딕"/>
        <a:ea typeface="맑은 고딕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iroiro-viewer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1970-01-01T00:00:00Z</dcterms:created>
  <dcterms:modified xsi:type="dcterms:W3CDTF">1970-01-01T00:00:00Z</dcterms:modified>
</cp:coreProperties>
</file>