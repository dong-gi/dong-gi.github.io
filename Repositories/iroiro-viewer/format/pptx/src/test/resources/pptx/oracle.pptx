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분기 보고서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iroiro 시험용 발표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첫째 항목</a:t>
            </a:r>
          </a:p>
          <a:p>
            <a:pPr lvl="1"/>
            <a:r>
              <a:t>하위 항목 &amp; &lt;기호&gt;</a:t>
            </a:r>
          </a:p>
          <a:p>
            <a:r>
              <a:t>셋째 항목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표와 도형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굵은 </a:t>
            </a:r>
            <a:r>
              <a:rPr sz="2400">
                <a:solidFill>
                  <a:srgbClr val="FF0000"/>
                </a:solidFill>
              </a:rPr>
              <a:t>빨간 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74320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없음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0" y="16002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둥근 상자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숨긴 슬라이드의 그림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