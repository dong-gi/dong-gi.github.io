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0"/>
          <p:cNvSpPr txBox="1"/>
          <p:nvPr/>
        </p:nvSpPr>
        <p:spPr>
          <a:xfrm>
            <a:off x="457200" y="4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1. cipher 흐름 bravo papa echo delta hotel india 한글 30398.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7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2. india 암호 bravo 문서 암호 echo 이름 papa 55959.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0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3. juliet 한글 bravo 흐름 트리 oscar 이름 india juliet 섹터 papa 파일 79405.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13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4. foxtrot papa bravo delta juliet 표본 흐름 시험 53800.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16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5. 트리 oscar 문서 섹터 papa india 문서 시험 14171.</a:t>
            </a:r>
          </a:p>
        </p:txBody>
      </p:sp>
      <p:sp>
        <p:nvSpPr>
          <p:cNvPr id="7" name="T5"/>
          <p:cNvSpPr txBox="1"/>
          <p:nvPr/>
        </p:nvSpPr>
        <p:spPr>
          <a:xfrm>
            <a:off x="457200" y="19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6. 열쇠 echo cipher oscar 체인 papa golf 이름 juliet bravo mike golf lima 상자 57336.</a:t>
            </a:r>
          </a:p>
        </p:txBody>
      </p:sp>
      <p:sp>
        <p:nvSpPr>
          <p:cNvPr id="8" name="T6"/>
          <p:cNvSpPr txBox="1"/>
          <p:nvPr/>
        </p:nvSpPr>
        <p:spPr>
          <a:xfrm>
            <a:off x="457200" y="22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7. india 트리 foxtrot 한글 섹터 체인 echo alpha kilo 체인 32915.</a:t>
            </a:r>
          </a:p>
        </p:txBody>
      </p:sp>
      <p:sp>
        <p:nvSpPr>
          <p:cNvPr id="9" name="T7"/>
          <p:cNvSpPr txBox="1"/>
          <p:nvPr/>
        </p:nvSpPr>
        <p:spPr>
          <a:xfrm>
            <a:off x="457200" y="25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8. 섹터 글자 체인 echo 이름 암호 kilo echo kilo delta 트리 bravo 섹터 43745.</a:t>
            </a:r>
          </a:p>
        </p:txBody>
      </p:sp>
      <p:sp>
        <p:nvSpPr>
          <p:cNvPr id="10" name="T8"/>
          <p:cNvSpPr txBox="1"/>
          <p:nvPr/>
        </p:nvSpPr>
        <p:spPr>
          <a:xfrm>
            <a:off x="457200" y="28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9. 글자 열쇠 hotel 표본 열쇠 글자 foxtrot kilo 체인 77264.</a:t>
            </a:r>
          </a:p>
        </p:txBody>
      </p:sp>
      <p:sp>
        <p:nvSpPr>
          <p:cNvPr id="11" name="T9"/>
          <p:cNvSpPr txBox="1"/>
          <p:nvPr/>
        </p:nvSpPr>
        <p:spPr>
          <a:xfrm>
            <a:off x="457200" y="31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10. 파일 트리 트리 트리 암호 트리 papa alpha 97717.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0"/>
          <p:cNvSpPr txBox="1"/>
          <p:nvPr/>
        </p:nvSpPr>
        <p:spPr>
          <a:xfrm>
            <a:off x="457200" y="4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11. kilo echo papa 시험 echo 풀기 열쇠 papa 문서 표본 상자 암호 golf 6979.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7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12. 파일 india 문서 열쇠 표본 파일 mike 16840.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0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13. 이름 파일 트리 섹터 alpha mike 16628.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13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14. 시험 문서 bravo hotel 섹터 이름 84792.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16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15. foxtrot 섹터 한글 lima mike 글자 스트림 mike kilo juliet alpha 흐름 99620.</a:t>
            </a:r>
          </a:p>
        </p:txBody>
      </p:sp>
      <p:sp>
        <p:nvSpPr>
          <p:cNvPr id="7" name="T5"/>
          <p:cNvSpPr txBox="1"/>
          <p:nvPr/>
        </p:nvSpPr>
        <p:spPr>
          <a:xfrm>
            <a:off x="457200" y="19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16. 트리 풀기 파일 bravo delta 암호 foxtrot india echo 표본 lima 86807.</a:t>
            </a:r>
          </a:p>
        </p:txBody>
      </p:sp>
      <p:sp>
        <p:nvSpPr>
          <p:cNvPr id="8" name="T6"/>
          <p:cNvSpPr txBox="1"/>
          <p:nvPr/>
        </p:nvSpPr>
        <p:spPr>
          <a:xfrm>
            <a:off x="457200" y="22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17. kilo 섹터 bravo lima 한글 이름 시험 kilo cipher foxtrot bravo 표본 oscar echo 75900.</a:t>
            </a:r>
          </a:p>
        </p:txBody>
      </p:sp>
      <p:sp>
        <p:nvSpPr>
          <p:cNvPr id="9" name="T7"/>
          <p:cNvSpPr txBox="1"/>
          <p:nvPr/>
        </p:nvSpPr>
        <p:spPr>
          <a:xfrm>
            <a:off x="457200" y="25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18. alpha juliet lima 표본 alpha oscar oscar 글자 hotel mike 51606.</a:t>
            </a:r>
          </a:p>
        </p:txBody>
      </p:sp>
      <p:sp>
        <p:nvSpPr>
          <p:cNvPr id="10" name="T8"/>
          <p:cNvSpPr txBox="1"/>
          <p:nvPr/>
        </p:nvSpPr>
        <p:spPr>
          <a:xfrm>
            <a:off x="457200" y="28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19. 이름 india 시험 풀기 golf cipher 흐름 이름 cipher 흐름 98062.</a:t>
            </a:r>
          </a:p>
        </p:txBody>
      </p:sp>
      <p:sp>
        <p:nvSpPr>
          <p:cNvPr id="11" name="T9"/>
          <p:cNvSpPr txBox="1"/>
          <p:nvPr/>
        </p:nvSpPr>
        <p:spPr>
          <a:xfrm>
            <a:off x="457200" y="31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20. india juliet cipher 열쇠 섹터 oscar mike 트리 juliet echo echo 흐름 delta 22576.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0"/>
          <p:cNvSpPr txBox="1"/>
          <p:nvPr/>
        </p:nvSpPr>
        <p:spPr>
          <a:xfrm>
            <a:off x="457200" y="4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21. 흐름 cipher 흐름 delta 암호 시험 golf papa hotel papa 시험 28491.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7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22. 열쇠 cipher 문서 echo 문서 트리 시험 파일 echo 스트림 76061.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0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23. 섹터 이름 열쇠 lima golf 섹터 파일 트리 파일 체인 foxtrot 99263.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13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24. 파일 섹터 india kilo 체인 상자 juliet kilo kilo 체인 kilo 표본 cipher 43454.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16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25. kilo 흐름 글자 bravo mike juliet foxtrot 파일 한글 파일 체인 golf 58750.</a:t>
            </a:r>
          </a:p>
        </p:txBody>
      </p:sp>
      <p:sp>
        <p:nvSpPr>
          <p:cNvPr id="7" name="T5"/>
          <p:cNvSpPr txBox="1"/>
          <p:nvPr/>
        </p:nvSpPr>
        <p:spPr>
          <a:xfrm>
            <a:off x="457200" y="19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26. bravo 표본 표본 juliet lima 열쇠 kilo oscar cipher cipher mike 글자 delta foxtrot 38406.</a:t>
            </a:r>
          </a:p>
        </p:txBody>
      </p:sp>
      <p:sp>
        <p:nvSpPr>
          <p:cNvPr id="8" name="T6"/>
          <p:cNvSpPr txBox="1"/>
          <p:nvPr/>
        </p:nvSpPr>
        <p:spPr>
          <a:xfrm>
            <a:off x="457200" y="22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27. hotel oscar 상자 india echo kilo 63448.</a:t>
            </a:r>
          </a:p>
        </p:txBody>
      </p:sp>
      <p:sp>
        <p:nvSpPr>
          <p:cNvPr id="9" name="T7"/>
          <p:cNvSpPr txBox="1"/>
          <p:nvPr/>
        </p:nvSpPr>
        <p:spPr>
          <a:xfrm>
            <a:off x="457200" y="25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28. lima bravo kilo 글자 hotel 열쇠 4857.</a:t>
            </a:r>
          </a:p>
        </p:txBody>
      </p:sp>
      <p:sp>
        <p:nvSpPr>
          <p:cNvPr id="10" name="T8"/>
          <p:cNvSpPr txBox="1"/>
          <p:nvPr/>
        </p:nvSpPr>
        <p:spPr>
          <a:xfrm>
            <a:off x="457200" y="28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29. hotel 상자 papa 스트림 juliet alpha 풀기 hotel papa 섹터 lima bravo juliet alpha 93841.</a:t>
            </a:r>
          </a:p>
        </p:txBody>
      </p:sp>
      <p:sp>
        <p:nvSpPr>
          <p:cNvPr id="11" name="T9"/>
          <p:cNvSpPr txBox="1"/>
          <p:nvPr/>
        </p:nvSpPr>
        <p:spPr>
          <a:xfrm>
            <a:off x="457200" y="31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30. foxtrot delta oscar 풀기 표본 golf 열쇠 92515.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0"/>
          <p:cNvSpPr txBox="1"/>
          <p:nvPr/>
        </p:nvSpPr>
        <p:spPr>
          <a:xfrm>
            <a:off x="457200" y="4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31. 흐름 india delta echo 스트림 golf 스트림 lima 33636.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7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32. hotel juliet 암호 echo cipher india 열쇠 이름 kilo 표본 hotel 64261.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0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33. 암호 섹터 문서 문서 암호 papa 표본 열쇠 21595.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13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34. foxtrot juliet 상자 스트림 echo 파일 섹터 foxtrot 문서 bravo alpha 13734.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16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35. alpha 문서 열쇠 papa 흐름 흐름 46077.</a:t>
            </a:r>
          </a:p>
        </p:txBody>
      </p:sp>
      <p:sp>
        <p:nvSpPr>
          <p:cNvPr id="7" name="T5"/>
          <p:cNvSpPr txBox="1"/>
          <p:nvPr/>
        </p:nvSpPr>
        <p:spPr>
          <a:xfrm>
            <a:off x="457200" y="19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36. 이름 상자 트리 이름 india papa 52796.</a:t>
            </a:r>
          </a:p>
        </p:txBody>
      </p:sp>
      <p:sp>
        <p:nvSpPr>
          <p:cNvPr id="8" name="T6"/>
          <p:cNvSpPr txBox="1"/>
          <p:nvPr/>
        </p:nvSpPr>
        <p:spPr>
          <a:xfrm>
            <a:off x="457200" y="22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37. oscar oscar foxtrot foxtrot hotel 흐름 글자 mike 79390.</a:t>
            </a:r>
          </a:p>
        </p:txBody>
      </p:sp>
      <p:sp>
        <p:nvSpPr>
          <p:cNvPr id="9" name="T7"/>
          <p:cNvSpPr txBox="1"/>
          <p:nvPr/>
        </p:nvSpPr>
        <p:spPr>
          <a:xfrm>
            <a:off x="457200" y="25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38. alpha 암호 bravo kilo foxtrot 문서 oscar 스트림 lima foxtrot 열쇠 표본 44363.</a:t>
            </a:r>
          </a:p>
        </p:txBody>
      </p:sp>
      <p:sp>
        <p:nvSpPr>
          <p:cNvPr id="10" name="T8"/>
          <p:cNvSpPr txBox="1"/>
          <p:nvPr/>
        </p:nvSpPr>
        <p:spPr>
          <a:xfrm>
            <a:off x="457200" y="28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39. 시험 delta 문서 papa juliet bravo 열쇠 트리 papa mike 70152.</a:t>
            </a:r>
          </a:p>
        </p:txBody>
      </p:sp>
      <p:sp>
        <p:nvSpPr>
          <p:cNvPr id="11" name="T9"/>
          <p:cNvSpPr txBox="1"/>
          <p:nvPr/>
        </p:nvSpPr>
        <p:spPr>
          <a:xfrm>
            <a:off x="457200" y="3157200"/>
            <a:ext cx="8000000" cy="300000"/>
          </a:xfrm>
          <a:prstGeom prst="rect">
            <a:avLst/>
          </a:prstGeom>
        </p:spPr>
        <p:txBody>
          <a:bodyPr/>
          <a:lstStyle/>
          <a:p>
            <a:r>
              <a:rPr lang="ko-KR"/>
              <a:t>40. 시험 표본 oscar delta echo 스트림 표본 mike lima 45357.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C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noFill/>
        </a:ln>
        <a:ln>
          <a:noFill/>
        </a:ln>
        <a:ln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